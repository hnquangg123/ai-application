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week we added voice output to the mock interview: the AI's questions can be played aloud, synthesized by a local HuggingFace model in our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points: users can hear the question; a local Qwen3-TTS model does the synthesis; and caching keeps it fast and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Clicking the speaker calls the new endpoint with a message id. The backend looks up that question's text, checks the cache, serves it or synthesizes with Qwen3-TTS, and the browser plays the WAV.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loads the model once and caches audio; frontend adds the speaker button with single-clip playback and browser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a live demo. ChromaDB / retrieval is our Workshop 4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377440" cy="2377440"/>
          </a:xfrm>
          <a:prstGeom prst="roundRect">
            <a:avLst>
              <a:gd name="adj" fmla="val 50000"/>
            </a:avLst>
          </a:prstGeom>
          <a:solidFill>
            <a:srgbClr val="6C4CF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2194560" cy="2194560"/>
          </a:xfrm>
          <a:prstGeom prst="roundRect">
            <a:avLst>
              <a:gd name="adj" fmla="val 50000"/>
            </a:avLst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 Simulator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 ·  Text-to-Speech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Copilot — MockMate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AI Interview Copilot  ·  August 15,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8745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C4CF0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691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question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54480" y="2148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speaker icon on every interviewer question — click it to play the question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200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TTS model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34747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Qwen3-TTS runs in our backend and turns the question text into speech.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5262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low cost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48006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is cached on disk and in the browser, so each question is generated only once.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API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88720" y="1143000"/>
            <a:ext cx="9784080" cy="566928"/>
          </a:xfrm>
          <a:prstGeom prst="roundRect">
            <a:avLst>
              <a:gd name="adj" fmla="val 16129"/>
            </a:avLst>
          </a:prstGeom>
          <a:solidFill>
            <a:srgbClr val="6C4CF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14300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/api/interviews/{id}/messages/{message_id}/audio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63240" y="1965960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EE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1965960"/>
            <a:ext cx="6080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Click the speaker icon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03620" y="2532888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2697480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EE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697480"/>
            <a:ext cx="6080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Call the audio endpoint (above)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03620" y="3264408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3429000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EE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429000"/>
            <a:ext cx="6080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Backend loads the question text (DB)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03620" y="3995928"/>
            <a:ext cx="0" cy="14630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4160520"/>
            <a:ext cx="6080760" cy="841248"/>
          </a:xfrm>
          <a:prstGeom prst="roundRect">
            <a:avLst>
              <a:gd name="adj" fmla="val 8696"/>
            </a:avLst>
          </a:prstGeom>
          <a:solidFill>
            <a:srgbClr val="EE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4160520"/>
            <a:ext cx="608076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Audio cache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serve saved WAV      ·      miss → Qwen3-TTS synthesizes, then caches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03620" y="5001768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63240" y="5166360"/>
            <a:ext cx="6080760" cy="548640"/>
          </a:xfrm>
          <a:prstGeom prst="roundRect">
            <a:avLst>
              <a:gd name="adj" fmla="val 13333"/>
            </a:avLst>
          </a:prstGeom>
          <a:solidFill>
            <a:srgbClr val="EEF1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5166360"/>
            <a:ext cx="6080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Browser plays the audio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63240" y="585216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audio/wav  ·  cached on disk and in the browser (immutable)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813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Qwen3-TTS model once (singleton) + optional warm-up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question text → WAV (generate_custom_voice)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WAV on disk; serve with immutable cache headers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via env: device, voice,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600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481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button on each AI (interviewer) message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clip plays at a time — click again to stop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caches the audio, so replays are instant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the live interview and past sessions; EN / VI labels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822960"/>
            <a:ext cx="2560320" cy="2560320"/>
          </a:xfrm>
          <a:prstGeom prst="roundRect">
            <a:avLst>
              <a:gd name="adj" fmla="val 50000"/>
            </a:avLst>
          </a:prstGeom>
          <a:solidFill>
            <a:srgbClr val="6C4CF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Q&amp;A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Workshop 4 — Retrieval (ChromaDB / RAG)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AI Interview Copilot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2026-08-15T06:52:36Z</dcterms:created>
  <dcterms:modified xsi:type="dcterms:W3CDTF">2026-08-15T06:52:36Z</dcterms:modified>
</cp:coreProperties>
</file>